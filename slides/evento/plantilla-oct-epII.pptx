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Raleway 1 Bold" charset="1" panose="020B0803030101060003"/>
      <p:regular r:id="rId20"/>
    </p:embeddedFont>
    <p:embeddedFont>
      <p:font typeface="Raleway 2" charset="1" panose="00000000000000000000"/>
      <p:regular r:id="rId21"/>
    </p:embeddedFont>
    <p:embeddedFont>
      <p:font typeface="Gotham" charset="1" panose="00000000000000000000"/>
      <p:regular r:id="rId22"/>
    </p:embeddedFont>
    <p:embeddedFont>
      <p:font typeface="Gotham Bold" charset="1" panose="00000000000000000000"/>
      <p:regular r:id="rId23"/>
    </p:embeddedFont>
    <p:embeddedFont>
      <p:font typeface="Raleway 1 Heavy" charset="1" panose="020B00030301010600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19785" y="9070932"/>
            <a:ext cx="4151107" cy="986035"/>
            <a:chOff x="0" y="0"/>
            <a:chExt cx="5534810" cy="131471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14713" cy="1314713"/>
            </a:xfrm>
            <a:custGeom>
              <a:avLst/>
              <a:gdLst/>
              <a:ahLst/>
              <a:cxnLst/>
              <a:rect r="r" b="b" t="t" l="l"/>
              <a:pathLst>
                <a:path h="1314713" w="1314713">
                  <a:moveTo>
                    <a:pt x="0" y="0"/>
                  </a:moveTo>
                  <a:lnTo>
                    <a:pt x="1314713" y="0"/>
                  </a:lnTo>
                  <a:lnTo>
                    <a:pt x="1314713" y="1314713"/>
                  </a:lnTo>
                  <a:lnTo>
                    <a:pt x="0" y="1314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1455753" y="151974"/>
              <a:ext cx="3148240" cy="462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2"/>
                </a:lnSpc>
              </a:pPr>
              <a:r>
                <a:rPr lang="en-US" b="true" sz="2252">
                  <a:solidFill>
                    <a:srgbClr val="557882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OCTUBRE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468453" y="585710"/>
              <a:ext cx="4066356" cy="565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30"/>
                </a:lnSpc>
              </a:pPr>
              <a:r>
                <a:rPr lang="en-US" sz="1097" b="true">
                  <a:solidFill>
                    <a:srgbClr val="557882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Mes de </a:t>
              </a:r>
            </a:p>
            <a:p>
              <a:pPr algn="l">
                <a:lnSpc>
                  <a:spcPts val="2059"/>
                </a:lnSpc>
              </a:pPr>
              <a:r>
                <a:rPr lang="en-US" b="true" sz="1999">
                  <a:solidFill>
                    <a:srgbClr val="557882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HAN SOLO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536304" y="308054"/>
            <a:ext cx="650696" cy="409939"/>
          </a:xfrm>
          <a:custGeom>
            <a:avLst/>
            <a:gdLst/>
            <a:ahLst/>
            <a:cxnLst/>
            <a:rect r="r" b="b" t="t" l="l"/>
            <a:pathLst>
              <a:path h="409939" w="650696">
                <a:moveTo>
                  <a:pt x="0" y="0"/>
                </a:moveTo>
                <a:lnTo>
                  <a:pt x="650697" y="0"/>
                </a:lnTo>
                <a:lnTo>
                  <a:pt x="650697" y="409938"/>
                </a:lnTo>
                <a:lnTo>
                  <a:pt x="0" y="4099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191614" y="3137838"/>
            <a:ext cx="9158687" cy="4650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1055" indent="-345528" lvl="1">
              <a:lnSpc>
                <a:spcPts val="6273"/>
              </a:lnSpc>
              <a:buFont typeface="Arial"/>
              <a:buChar char="•"/>
            </a:pPr>
            <a:r>
              <a:rPr lang="en-US" sz="3200">
                <a:solidFill>
                  <a:srgbClr val="252A34"/>
                </a:solidFill>
                <a:latin typeface="Raleway 2"/>
                <a:ea typeface="Raleway 2"/>
                <a:cs typeface="Raleway 2"/>
                <a:sym typeface="Raleway 2"/>
              </a:rPr>
              <a:t>primer tema</a:t>
            </a:r>
          </a:p>
          <a:p>
            <a:pPr algn="l" marL="691055" indent="-345528" lvl="1">
              <a:lnSpc>
                <a:spcPts val="6273"/>
              </a:lnSpc>
              <a:buFont typeface="Arial"/>
              <a:buChar char="•"/>
            </a:pPr>
            <a:r>
              <a:rPr lang="en-US" sz="3200">
                <a:solidFill>
                  <a:srgbClr val="252A34"/>
                </a:solidFill>
                <a:latin typeface="Raleway 2"/>
                <a:ea typeface="Raleway 2"/>
                <a:cs typeface="Raleway 2"/>
                <a:sym typeface="Raleway 2"/>
              </a:rPr>
              <a:t>segundo tema</a:t>
            </a:r>
          </a:p>
          <a:p>
            <a:pPr algn="l" marL="691055" indent="-345528" lvl="1">
              <a:lnSpc>
                <a:spcPts val="6273"/>
              </a:lnSpc>
              <a:buFont typeface="Arial"/>
              <a:buChar char="•"/>
            </a:pPr>
            <a:r>
              <a:rPr lang="en-US" sz="3200">
                <a:solidFill>
                  <a:srgbClr val="252A34"/>
                </a:solidFill>
                <a:latin typeface="Raleway 2"/>
                <a:ea typeface="Raleway 2"/>
                <a:cs typeface="Raleway 2"/>
                <a:sym typeface="Raleway 2"/>
              </a:rPr>
              <a:t>tercer tema</a:t>
            </a:r>
          </a:p>
          <a:p>
            <a:pPr algn="l" marL="691055" indent="-345528" lvl="1">
              <a:lnSpc>
                <a:spcPts val="6273"/>
              </a:lnSpc>
              <a:buFont typeface="Arial"/>
              <a:buChar char="•"/>
            </a:pPr>
            <a:r>
              <a:rPr lang="en-US" sz="3200">
                <a:solidFill>
                  <a:srgbClr val="252A34"/>
                </a:solidFill>
                <a:latin typeface="Raleway 2"/>
                <a:ea typeface="Raleway 2"/>
                <a:cs typeface="Raleway 2"/>
                <a:sym typeface="Raleway 2"/>
              </a:rPr>
              <a:t>cuarto tema</a:t>
            </a:r>
          </a:p>
          <a:p>
            <a:pPr algn="l" marL="691055" indent="-345528" lvl="1">
              <a:lnSpc>
                <a:spcPts val="6273"/>
              </a:lnSpc>
              <a:buFont typeface="Arial"/>
              <a:buChar char="•"/>
            </a:pPr>
            <a:r>
              <a:rPr lang="en-US" sz="3200">
                <a:solidFill>
                  <a:srgbClr val="252A34"/>
                </a:solidFill>
                <a:latin typeface="Raleway 2"/>
                <a:ea typeface="Raleway 2"/>
                <a:cs typeface="Raleway 2"/>
                <a:sym typeface="Raleway 2"/>
              </a:rPr>
              <a:t>quinto tema</a:t>
            </a:r>
          </a:p>
          <a:p>
            <a:pPr algn="l" marL="691055" indent="-345528" lvl="1">
              <a:lnSpc>
                <a:spcPts val="6273"/>
              </a:lnSpc>
              <a:buFont typeface="Arial"/>
              <a:buChar char="•"/>
            </a:pPr>
            <a:r>
              <a:rPr lang="en-US" sz="3200">
                <a:solidFill>
                  <a:srgbClr val="252A34"/>
                </a:solidFill>
                <a:latin typeface="Raleway 2"/>
                <a:ea typeface="Raleway 2"/>
                <a:cs typeface="Raleway 2"/>
                <a:sym typeface="Raleway 2"/>
              </a:rPr>
              <a:t>Demo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8571" y="221658"/>
            <a:ext cx="15091730" cy="56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0"/>
              </a:lnSpc>
            </a:pPr>
            <a:r>
              <a:rPr lang="en-US" sz="2000">
                <a:solidFill>
                  <a:srgbClr val="316CE3"/>
                </a:solidFill>
                <a:latin typeface="Gotham"/>
                <a:ea typeface="Gotham"/>
                <a:cs typeface="Gotham"/>
                <a:sym typeface="Gotham"/>
              </a:rPr>
              <a:t>HOY:</a:t>
            </a:r>
          </a:p>
          <a:p>
            <a:pPr algn="l">
              <a:lnSpc>
                <a:spcPts val="2528"/>
              </a:lnSpc>
            </a:pPr>
            <a:r>
              <a:rPr lang="en-US" sz="2873" b="true">
                <a:solidFill>
                  <a:srgbClr val="316CE3"/>
                </a:solidFill>
                <a:latin typeface="Gotham Bold"/>
                <a:ea typeface="Gotham Bold"/>
                <a:cs typeface="Gotham Bold"/>
                <a:sym typeface="Gotham Bold"/>
              </a:rPr>
              <a:t>Episodio II — El Ataque de los Graviton: Infraestructura y rendimiento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6304" y="308054"/>
            <a:ext cx="650696" cy="409939"/>
          </a:xfrm>
          <a:custGeom>
            <a:avLst/>
            <a:gdLst/>
            <a:ahLst/>
            <a:cxnLst/>
            <a:rect r="r" b="b" t="t" l="l"/>
            <a:pathLst>
              <a:path h="409939" w="650696">
                <a:moveTo>
                  <a:pt x="0" y="0"/>
                </a:moveTo>
                <a:lnTo>
                  <a:pt x="650697" y="0"/>
                </a:lnTo>
                <a:lnTo>
                  <a:pt x="650697" y="409938"/>
                </a:lnTo>
                <a:lnTo>
                  <a:pt x="0" y="4099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191614" y="3137838"/>
            <a:ext cx="9158687" cy="4650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1055" indent="-345528" lvl="1">
              <a:lnSpc>
                <a:spcPts val="6273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Raleway 2"/>
                <a:ea typeface="Raleway 2"/>
                <a:cs typeface="Raleway 2"/>
                <a:sym typeface="Raleway 2"/>
              </a:rPr>
              <a:t>primer tema</a:t>
            </a:r>
          </a:p>
          <a:p>
            <a:pPr algn="l" marL="691055" indent="-345528" lvl="1">
              <a:lnSpc>
                <a:spcPts val="6273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Raleway 2"/>
                <a:ea typeface="Raleway 2"/>
                <a:cs typeface="Raleway 2"/>
                <a:sym typeface="Raleway 2"/>
              </a:rPr>
              <a:t>segundo tema</a:t>
            </a:r>
          </a:p>
          <a:p>
            <a:pPr algn="l" marL="691055" indent="-345528" lvl="1">
              <a:lnSpc>
                <a:spcPts val="6273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Raleway 2"/>
                <a:ea typeface="Raleway 2"/>
                <a:cs typeface="Raleway 2"/>
                <a:sym typeface="Raleway 2"/>
              </a:rPr>
              <a:t>tercer tema</a:t>
            </a:r>
          </a:p>
          <a:p>
            <a:pPr algn="l" marL="691055" indent="-345528" lvl="1">
              <a:lnSpc>
                <a:spcPts val="6273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Raleway 2"/>
                <a:ea typeface="Raleway 2"/>
                <a:cs typeface="Raleway 2"/>
                <a:sym typeface="Raleway 2"/>
              </a:rPr>
              <a:t>cuarto tema</a:t>
            </a:r>
          </a:p>
          <a:p>
            <a:pPr algn="l" marL="691055" indent="-345528" lvl="1">
              <a:lnSpc>
                <a:spcPts val="6273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Raleway 2"/>
                <a:ea typeface="Raleway 2"/>
                <a:cs typeface="Raleway 2"/>
                <a:sym typeface="Raleway 2"/>
              </a:rPr>
              <a:t>quinto tema</a:t>
            </a:r>
          </a:p>
          <a:p>
            <a:pPr algn="l" marL="691055" indent="-345528" lvl="1">
              <a:lnSpc>
                <a:spcPts val="6273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Raleway 2"/>
                <a:ea typeface="Raleway 2"/>
                <a:cs typeface="Raleway 2"/>
                <a:sym typeface="Raleway 2"/>
              </a:rPr>
              <a:t>Demo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19785" y="9070932"/>
            <a:ext cx="4151107" cy="986035"/>
            <a:chOff x="0" y="0"/>
            <a:chExt cx="5534810" cy="1314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4713" cy="1314713"/>
            </a:xfrm>
            <a:custGeom>
              <a:avLst/>
              <a:gdLst/>
              <a:ahLst/>
              <a:cxnLst/>
              <a:rect r="r" b="b" t="t" l="l"/>
              <a:pathLst>
                <a:path h="1314713" w="1314713">
                  <a:moveTo>
                    <a:pt x="0" y="0"/>
                  </a:moveTo>
                  <a:lnTo>
                    <a:pt x="1314713" y="0"/>
                  </a:lnTo>
                  <a:lnTo>
                    <a:pt x="1314713" y="1314713"/>
                  </a:lnTo>
                  <a:lnTo>
                    <a:pt x="0" y="1314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455753" y="151974"/>
              <a:ext cx="3148240" cy="462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2"/>
                </a:lnSpc>
              </a:pPr>
              <a:r>
                <a:rPr lang="en-US" b="true" sz="2252">
                  <a:solidFill>
                    <a:srgbClr val="FFFFFF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OCTUBRE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468453" y="585710"/>
              <a:ext cx="4066356" cy="565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30"/>
                </a:lnSpc>
              </a:pPr>
              <a:r>
                <a:rPr lang="en-US" sz="1097" b="true">
                  <a:solidFill>
                    <a:srgbClr val="FFFFFF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Mes de </a:t>
              </a:r>
            </a:p>
            <a:p>
              <a:pPr algn="l">
                <a:lnSpc>
                  <a:spcPts val="2059"/>
                </a:lnSpc>
              </a:pPr>
              <a:r>
                <a:rPr lang="en-US" b="true" sz="1999">
                  <a:solidFill>
                    <a:srgbClr val="FFFFFF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HAN SOLO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58571" y="221658"/>
            <a:ext cx="15091730" cy="56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0"/>
              </a:lnSpc>
            </a:pPr>
            <a:r>
              <a:rPr lang="en-US" sz="2000">
                <a:solidFill>
                  <a:srgbClr val="316CE3"/>
                </a:solidFill>
                <a:latin typeface="Gotham"/>
                <a:ea typeface="Gotham"/>
                <a:cs typeface="Gotham"/>
                <a:sym typeface="Gotham"/>
              </a:rPr>
              <a:t>HOY:</a:t>
            </a:r>
          </a:p>
          <a:p>
            <a:pPr algn="l">
              <a:lnSpc>
                <a:spcPts val="2528"/>
              </a:lnSpc>
            </a:pPr>
            <a:r>
              <a:rPr lang="en-US" sz="2873" b="true">
                <a:solidFill>
                  <a:srgbClr val="316CE3"/>
                </a:solidFill>
                <a:latin typeface="Gotham Bold"/>
                <a:ea typeface="Gotham Bold"/>
                <a:cs typeface="Gotham Bold"/>
                <a:sym typeface="Gotham Bold"/>
              </a:rPr>
              <a:t>Episodio II — El Ataque de los Graviton: Infraestructura y rendimiento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22844" y="1014890"/>
            <a:ext cx="10237404" cy="1384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81"/>
              </a:lnSpc>
              <a:spcBef>
                <a:spcPct val="0"/>
              </a:spcBef>
            </a:pPr>
            <a:r>
              <a:rPr lang="en-US" b="true" sz="9981">
                <a:solidFill>
                  <a:srgbClr val="3B567C"/>
                </a:solidFill>
                <a:latin typeface="Raleway 1 Heavy"/>
                <a:ea typeface="Raleway 1 Heavy"/>
                <a:cs typeface="Raleway 1 Heavy"/>
                <a:sym typeface="Raleway 1 Heavy"/>
              </a:rPr>
              <a:t>TÍTULO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36304" y="308054"/>
            <a:ext cx="650696" cy="409939"/>
          </a:xfrm>
          <a:custGeom>
            <a:avLst/>
            <a:gdLst/>
            <a:ahLst/>
            <a:cxnLst/>
            <a:rect r="r" b="b" t="t" l="l"/>
            <a:pathLst>
              <a:path h="409939" w="650696">
                <a:moveTo>
                  <a:pt x="0" y="0"/>
                </a:moveTo>
                <a:lnTo>
                  <a:pt x="650697" y="0"/>
                </a:lnTo>
                <a:lnTo>
                  <a:pt x="650697" y="409938"/>
                </a:lnTo>
                <a:lnTo>
                  <a:pt x="0" y="4099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19785" y="9070932"/>
            <a:ext cx="4151107" cy="986035"/>
            <a:chOff x="0" y="0"/>
            <a:chExt cx="5534810" cy="1314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4713" cy="1314713"/>
            </a:xfrm>
            <a:custGeom>
              <a:avLst/>
              <a:gdLst/>
              <a:ahLst/>
              <a:cxnLst/>
              <a:rect r="r" b="b" t="t" l="l"/>
              <a:pathLst>
                <a:path h="1314713" w="1314713">
                  <a:moveTo>
                    <a:pt x="0" y="0"/>
                  </a:moveTo>
                  <a:lnTo>
                    <a:pt x="1314713" y="0"/>
                  </a:lnTo>
                  <a:lnTo>
                    <a:pt x="1314713" y="1314713"/>
                  </a:lnTo>
                  <a:lnTo>
                    <a:pt x="0" y="1314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455753" y="151974"/>
              <a:ext cx="3148240" cy="462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2"/>
                </a:lnSpc>
              </a:pPr>
              <a:r>
                <a:rPr lang="en-US" b="true" sz="2252">
                  <a:solidFill>
                    <a:srgbClr val="557882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OCTUBRE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468453" y="585710"/>
              <a:ext cx="4066356" cy="565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30"/>
                </a:lnSpc>
              </a:pPr>
              <a:r>
                <a:rPr lang="en-US" sz="1097" b="true">
                  <a:solidFill>
                    <a:srgbClr val="557882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Mes de </a:t>
              </a:r>
            </a:p>
            <a:p>
              <a:pPr algn="l">
                <a:lnSpc>
                  <a:spcPts val="2059"/>
                </a:lnSpc>
              </a:pPr>
              <a:r>
                <a:rPr lang="en-US" b="true" sz="1999">
                  <a:solidFill>
                    <a:srgbClr val="557882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HAN SOLO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58571" y="221658"/>
            <a:ext cx="15091730" cy="56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0"/>
              </a:lnSpc>
            </a:pPr>
            <a:r>
              <a:rPr lang="en-US" sz="2000">
                <a:solidFill>
                  <a:srgbClr val="316CE3"/>
                </a:solidFill>
                <a:latin typeface="Gotham"/>
                <a:ea typeface="Gotham"/>
                <a:cs typeface="Gotham"/>
                <a:sym typeface="Gotham"/>
              </a:rPr>
              <a:t>HOY:</a:t>
            </a:r>
          </a:p>
          <a:p>
            <a:pPr algn="l">
              <a:lnSpc>
                <a:spcPts val="2528"/>
              </a:lnSpc>
            </a:pPr>
            <a:r>
              <a:rPr lang="en-US" sz="2873" b="true">
                <a:solidFill>
                  <a:srgbClr val="316CE3"/>
                </a:solidFill>
                <a:latin typeface="Gotham Bold"/>
                <a:ea typeface="Gotham Bold"/>
                <a:cs typeface="Gotham Bold"/>
                <a:sym typeface="Gotham Bold"/>
              </a:rPr>
              <a:t>Episodio II — El Ataque de los Graviton: Infraestructura y rendimiento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22844" y="1014890"/>
            <a:ext cx="10237404" cy="1384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81"/>
              </a:lnSpc>
              <a:spcBef>
                <a:spcPct val="0"/>
              </a:spcBef>
            </a:pPr>
            <a:r>
              <a:rPr lang="en-US" b="true" sz="9981">
                <a:solidFill>
                  <a:srgbClr val="FFFFFF"/>
                </a:solidFill>
                <a:latin typeface="Raleway 1 Heavy"/>
                <a:ea typeface="Raleway 1 Heavy"/>
                <a:cs typeface="Raleway 1 Heavy"/>
                <a:sym typeface="Raleway 1 Heavy"/>
              </a:rPr>
              <a:t>TÍTULO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36304" y="308054"/>
            <a:ext cx="650696" cy="409939"/>
          </a:xfrm>
          <a:custGeom>
            <a:avLst/>
            <a:gdLst/>
            <a:ahLst/>
            <a:cxnLst/>
            <a:rect r="r" b="b" t="t" l="l"/>
            <a:pathLst>
              <a:path h="409939" w="650696">
                <a:moveTo>
                  <a:pt x="0" y="0"/>
                </a:moveTo>
                <a:lnTo>
                  <a:pt x="650697" y="0"/>
                </a:lnTo>
                <a:lnTo>
                  <a:pt x="650697" y="409938"/>
                </a:lnTo>
                <a:lnTo>
                  <a:pt x="0" y="4099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19785" y="9070932"/>
            <a:ext cx="4151107" cy="986035"/>
            <a:chOff x="0" y="0"/>
            <a:chExt cx="5534810" cy="1314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4713" cy="1314713"/>
            </a:xfrm>
            <a:custGeom>
              <a:avLst/>
              <a:gdLst/>
              <a:ahLst/>
              <a:cxnLst/>
              <a:rect r="r" b="b" t="t" l="l"/>
              <a:pathLst>
                <a:path h="1314713" w="1314713">
                  <a:moveTo>
                    <a:pt x="0" y="0"/>
                  </a:moveTo>
                  <a:lnTo>
                    <a:pt x="1314713" y="0"/>
                  </a:lnTo>
                  <a:lnTo>
                    <a:pt x="1314713" y="1314713"/>
                  </a:lnTo>
                  <a:lnTo>
                    <a:pt x="0" y="1314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455753" y="151974"/>
              <a:ext cx="3148240" cy="462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2"/>
                </a:lnSpc>
              </a:pPr>
              <a:r>
                <a:rPr lang="en-US" b="true" sz="2252">
                  <a:solidFill>
                    <a:srgbClr val="FFFFFF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OCTUBRE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468453" y="585710"/>
              <a:ext cx="4066356" cy="565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30"/>
                </a:lnSpc>
              </a:pPr>
              <a:r>
                <a:rPr lang="en-US" sz="1097" b="true">
                  <a:solidFill>
                    <a:srgbClr val="FFFFFF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Mes de </a:t>
              </a:r>
            </a:p>
            <a:p>
              <a:pPr algn="l">
                <a:lnSpc>
                  <a:spcPts val="2059"/>
                </a:lnSpc>
              </a:pPr>
              <a:r>
                <a:rPr lang="en-US" b="true" sz="1999">
                  <a:solidFill>
                    <a:srgbClr val="FFFFFF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HAN SOLO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58571" y="221658"/>
            <a:ext cx="15091730" cy="56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0"/>
              </a:lnSpc>
            </a:pPr>
            <a:r>
              <a:rPr lang="en-US" sz="2000">
                <a:solidFill>
                  <a:srgbClr val="316CE3"/>
                </a:solidFill>
                <a:latin typeface="Gotham"/>
                <a:ea typeface="Gotham"/>
                <a:cs typeface="Gotham"/>
                <a:sym typeface="Gotham"/>
              </a:rPr>
              <a:t>HOY:</a:t>
            </a:r>
          </a:p>
          <a:p>
            <a:pPr algn="l">
              <a:lnSpc>
                <a:spcPts val="2528"/>
              </a:lnSpc>
            </a:pPr>
            <a:r>
              <a:rPr lang="en-US" sz="2873" b="true">
                <a:solidFill>
                  <a:srgbClr val="316CE3"/>
                </a:solidFill>
                <a:latin typeface="Gotham Bold"/>
                <a:ea typeface="Gotham Bold"/>
                <a:cs typeface="Gotham Bold"/>
                <a:sym typeface="Gotham Bold"/>
              </a:rPr>
              <a:t>Episodio II — El Ataque de los Graviton: Infraestructura y rendimiento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22844" y="1014890"/>
            <a:ext cx="10237404" cy="1384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81"/>
              </a:lnSpc>
              <a:spcBef>
                <a:spcPct val="0"/>
              </a:spcBef>
            </a:pPr>
            <a:r>
              <a:rPr lang="en-US" b="true" sz="9981">
                <a:solidFill>
                  <a:srgbClr val="3B567C"/>
                </a:solidFill>
                <a:latin typeface="Raleway 1 Heavy"/>
                <a:ea typeface="Raleway 1 Heavy"/>
                <a:cs typeface="Raleway 1 Heavy"/>
                <a:sym typeface="Raleway 1 Heavy"/>
              </a:rPr>
              <a:t>TÍTULO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36304" y="308054"/>
            <a:ext cx="650696" cy="409939"/>
          </a:xfrm>
          <a:custGeom>
            <a:avLst/>
            <a:gdLst/>
            <a:ahLst/>
            <a:cxnLst/>
            <a:rect r="r" b="b" t="t" l="l"/>
            <a:pathLst>
              <a:path h="409939" w="650696">
                <a:moveTo>
                  <a:pt x="0" y="0"/>
                </a:moveTo>
                <a:lnTo>
                  <a:pt x="650697" y="0"/>
                </a:lnTo>
                <a:lnTo>
                  <a:pt x="650697" y="409938"/>
                </a:lnTo>
                <a:lnTo>
                  <a:pt x="0" y="4099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19785" y="9070932"/>
            <a:ext cx="4151107" cy="986035"/>
            <a:chOff x="0" y="0"/>
            <a:chExt cx="5534810" cy="1314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4713" cy="1314713"/>
            </a:xfrm>
            <a:custGeom>
              <a:avLst/>
              <a:gdLst/>
              <a:ahLst/>
              <a:cxnLst/>
              <a:rect r="r" b="b" t="t" l="l"/>
              <a:pathLst>
                <a:path h="1314713" w="1314713">
                  <a:moveTo>
                    <a:pt x="0" y="0"/>
                  </a:moveTo>
                  <a:lnTo>
                    <a:pt x="1314713" y="0"/>
                  </a:lnTo>
                  <a:lnTo>
                    <a:pt x="1314713" y="1314713"/>
                  </a:lnTo>
                  <a:lnTo>
                    <a:pt x="0" y="1314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455753" y="151974"/>
              <a:ext cx="3148240" cy="462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2"/>
                </a:lnSpc>
              </a:pPr>
              <a:r>
                <a:rPr lang="en-US" b="true" sz="2252">
                  <a:solidFill>
                    <a:srgbClr val="557882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OCTUBRE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468453" y="585710"/>
              <a:ext cx="4066356" cy="565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30"/>
                </a:lnSpc>
              </a:pPr>
              <a:r>
                <a:rPr lang="en-US" sz="1097" b="true">
                  <a:solidFill>
                    <a:srgbClr val="557882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Mes de </a:t>
              </a:r>
            </a:p>
            <a:p>
              <a:pPr algn="l">
                <a:lnSpc>
                  <a:spcPts val="2059"/>
                </a:lnSpc>
              </a:pPr>
              <a:r>
                <a:rPr lang="en-US" b="true" sz="1999">
                  <a:solidFill>
                    <a:srgbClr val="557882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HAN SOLO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58571" y="221658"/>
            <a:ext cx="15091730" cy="56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0"/>
              </a:lnSpc>
            </a:pPr>
            <a:r>
              <a:rPr lang="en-US" sz="2000">
                <a:solidFill>
                  <a:srgbClr val="316CE3"/>
                </a:solidFill>
                <a:latin typeface="Gotham"/>
                <a:ea typeface="Gotham"/>
                <a:cs typeface="Gotham"/>
                <a:sym typeface="Gotham"/>
              </a:rPr>
              <a:t>HOY:</a:t>
            </a:r>
          </a:p>
          <a:p>
            <a:pPr algn="l">
              <a:lnSpc>
                <a:spcPts val="2528"/>
              </a:lnSpc>
            </a:pPr>
            <a:r>
              <a:rPr lang="en-US" sz="2873" b="true">
                <a:solidFill>
                  <a:srgbClr val="316CE3"/>
                </a:solidFill>
                <a:latin typeface="Gotham Bold"/>
                <a:ea typeface="Gotham Bold"/>
                <a:cs typeface="Gotham Bold"/>
                <a:sym typeface="Gotham Bold"/>
              </a:rPr>
              <a:t>Episodio II — El Ataque de los Graviton: Infraestructura y rendimiento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22844" y="1014890"/>
            <a:ext cx="10237404" cy="1384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81"/>
              </a:lnSpc>
              <a:spcBef>
                <a:spcPct val="0"/>
              </a:spcBef>
            </a:pPr>
            <a:r>
              <a:rPr lang="en-US" b="true" sz="9981">
                <a:solidFill>
                  <a:srgbClr val="FFFFFF"/>
                </a:solidFill>
                <a:latin typeface="Raleway 1 Heavy"/>
                <a:ea typeface="Raleway 1 Heavy"/>
                <a:cs typeface="Raleway 1 Heavy"/>
                <a:sym typeface="Raleway 1 Heavy"/>
              </a:rPr>
              <a:t>TÍTULO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36304" y="308054"/>
            <a:ext cx="650696" cy="409939"/>
          </a:xfrm>
          <a:custGeom>
            <a:avLst/>
            <a:gdLst/>
            <a:ahLst/>
            <a:cxnLst/>
            <a:rect r="r" b="b" t="t" l="l"/>
            <a:pathLst>
              <a:path h="409939" w="650696">
                <a:moveTo>
                  <a:pt x="0" y="0"/>
                </a:moveTo>
                <a:lnTo>
                  <a:pt x="650697" y="0"/>
                </a:lnTo>
                <a:lnTo>
                  <a:pt x="650697" y="409938"/>
                </a:lnTo>
                <a:lnTo>
                  <a:pt x="0" y="4099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19785" y="9070932"/>
            <a:ext cx="4151107" cy="986035"/>
            <a:chOff x="0" y="0"/>
            <a:chExt cx="5534810" cy="1314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4713" cy="1314713"/>
            </a:xfrm>
            <a:custGeom>
              <a:avLst/>
              <a:gdLst/>
              <a:ahLst/>
              <a:cxnLst/>
              <a:rect r="r" b="b" t="t" l="l"/>
              <a:pathLst>
                <a:path h="1314713" w="1314713">
                  <a:moveTo>
                    <a:pt x="0" y="0"/>
                  </a:moveTo>
                  <a:lnTo>
                    <a:pt x="1314713" y="0"/>
                  </a:lnTo>
                  <a:lnTo>
                    <a:pt x="1314713" y="1314713"/>
                  </a:lnTo>
                  <a:lnTo>
                    <a:pt x="0" y="1314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455753" y="151974"/>
              <a:ext cx="3148240" cy="462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2"/>
                </a:lnSpc>
              </a:pPr>
              <a:r>
                <a:rPr lang="en-US" b="true" sz="2252">
                  <a:solidFill>
                    <a:srgbClr val="FFFFFF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OCTUBRE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468453" y="585710"/>
              <a:ext cx="4066356" cy="565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30"/>
                </a:lnSpc>
              </a:pPr>
              <a:r>
                <a:rPr lang="en-US" sz="1097" b="true">
                  <a:solidFill>
                    <a:srgbClr val="FFFFFF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Mes de </a:t>
              </a:r>
            </a:p>
            <a:p>
              <a:pPr algn="l">
                <a:lnSpc>
                  <a:spcPts val="2059"/>
                </a:lnSpc>
              </a:pPr>
              <a:r>
                <a:rPr lang="en-US" b="true" sz="1999">
                  <a:solidFill>
                    <a:srgbClr val="FFFFFF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HAN SOLO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58571" y="221658"/>
            <a:ext cx="15091730" cy="56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0"/>
              </a:lnSpc>
            </a:pPr>
            <a:r>
              <a:rPr lang="en-US" sz="2000">
                <a:solidFill>
                  <a:srgbClr val="316CE3"/>
                </a:solidFill>
                <a:latin typeface="Gotham"/>
                <a:ea typeface="Gotham"/>
                <a:cs typeface="Gotham"/>
                <a:sym typeface="Gotham"/>
              </a:rPr>
              <a:t>HOY:</a:t>
            </a:r>
          </a:p>
          <a:p>
            <a:pPr algn="l">
              <a:lnSpc>
                <a:spcPts val="2528"/>
              </a:lnSpc>
            </a:pPr>
            <a:r>
              <a:rPr lang="en-US" sz="2873" b="true">
                <a:solidFill>
                  <a:srgbClr val="316CE3"/>
                </a:solidFill>
                <a:latin typeface="Gotham Bold"/>
                <a:ea typeface="Gotham Bold"/>
                <a:cs typeface="Gotham Bold"/>
                <a:sym typeface="Gotham Bold"/>
              </a:rPr>
              <a:t>Episodio II — El Ataque de los Graviton: Infraestructura y rendimiento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22844" y="1014890"/>
            <a:ext cx="10237404" cy="1384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81"/>
              </a:lnSpc>
              <a:spcBef>
                <a:spcPct val="0"/>
              </a:spcBef>
            </a:pPr>
            <a:r>
              <a:rPr lang="en-US" b="true" sz="9981">
                <a:solidFill>
                  <a:srgbClr val="3B567C"/>
                </a:solidFill>
                <a:latin typeface="Raleway 1 Heavy"/>
                <a:ea typeface="Raleway 1 Heavy"/>
                <a:cs typeface="Raleway 1 Heavy"/>
                <a:sym typeface="Raleway 1 Heavy"/>
              </a:rPr>
              <a:t>TÍTULO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36304" y="308054"/>
            <a:ext cx="650696" cy="409939"/>
          </a:xfrm>
          <a:custGeom>
            <a:avLst/>
            <a:gdLst/>
            <a:ahLst/>
            <a:cxnLst/>
            <a:rect r="r" b="b" t="t" l="l"/>
            <a:pathLst>
              <a:path h="409939" w="650696">
                <a:moveTo>
                  <a:pt x="0" y="0"/>
                </a:moveTo>
                <a:lnTo>
                  <a:pt x="650697" y="0"/>
                </a:lnTo>
                <a:lnTo>
                  <a:pt x="650697" y="409938"/>
                </a:lnTo>
                <a:lnTo>
                  <a:pt x="0" y="4099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19785" y="9070932"/>
            <a:ext cx="4151107" cy="986035"/>
            <a:chOff x="0" y="0"/>
            <a:chExt cx="5534810" cy="1314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4713" cy="1314713"/>
            </a:xfrm>
            <a:custGeom>
              <a:avLst/>
              <a:gdLst/>
              <a:ahLst/>
              <a:cxnLst/>
              <a:rect r="r" b="b" t="t" l="l"/>
              <a:pathLst>
                <a:path h="1314713" w="1314713">
                  <a:moveTo>
                    <a:pt x="0" y="0"/>
                  </a:moveTo>
                  <a:lnTo>
                    <a:pt x="1314713" y="0"/>
                  </a:lnTo>
                  <a:lnTo>
                    <a:pt x="1314713" y="1314713"/>
                  </a:lnTo>
                  <a:lnTo>
                    <a:pt x="0" y="1314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455753" y="151974"/>
              <a:ext cx="3148240" cy="462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2"/>
                </a:lnSpc>
              </a:pPr>
              <a:r>
                <a:rPr lang="en-US" b="true" sz="2252">
                  <a:solidFill>
                    <a:srgbClr val="557882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OCTUBRE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468453" y="585710"/>
              <a:ext cx="4066356" cy="565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30"/>
                </a:lnSpc>
              </a:pPr>
              <a:r>
                <a:rPr lang="en-US" sz="1097" b="true">
                  <a:solidFill>
                    <a:srgbClr val="557882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Mes de </a:t>
              </a:r>
            </a:p>
            <a:p>
              <a:pPr algn="l">
                <a:lnSpc>
                  <a:spcPts val="2059"/>
                </a:lnSpc>
              </a:pPr>
              <a:r>
                <a:rPr lang="en-US" b="true" sz="1999">
                  <a:solidFill>
                    <a:srgbClr val="557882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HAN SOLO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58571" y="221658"/>
            <a:ext cx="15091730" cy="56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0"/>
              </a:lnSpc>
            </a:pPr>
            <a:r>
              <a:rPr lang="en-US" sz="2000">
                <a:solidFill>
                  <a:srgbClr val="316CE3"/>
                </a:solidFill>
                <a:latin typeface="Gotham"/>
                <a:ea typeface="Gotham"/>
                <a:cs typeface="Gotham"/>
                <a:sym typeface="Gotham"/>
              </a:rPr>
              <a:t>HOY:</a:t>
            </a:r>
          </a:p>
          <a:p>
            <a:pPr algn="l">
              <a:lnSpc>
                <a:spcPts val="2528"/>
              </a:lnSpc>
            </a:pPr>
            <a:r>
              <a:rPr lang="en-US" sz="2873" b="true">
                <a:solidFill>
                  <a:srgbClr val="316CE3"/>
                </a:solidFill>
                <a:latin typeface="Gotham Bold"/>
                <a:ea typeface="Gotham Bold"/>
                <a:cs typeface="Gotham Bold"/>
                <a:sym typeface="Gotham Bold"/>
              </a:rPr>
              <a:t>Episodio II — El Ataque de los Graviton: Infraestructura y rendimiento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22844" y="1014890"/>
            <a:ext cx="10237404" cy="1384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81"/>
              </a:lnSpc>
              <a:spcBef>
                <a:spcPct val="0"/>
              </a:spcBef>
            </a:pPr>
            <a:r>
              <a:rPr lang="en-US" b="true" sz="9981">
                <a:solidFill>
                  <a:srgbClr val="FFFFFF"/>
                </a:solidFill>
                <a:latin typeface="Raleway 1 Heavy"/>
                <a:ea typeface="Raleway 1 Heavy"/>
                <a:cs typeface="Raleway 1 Heavy"/>
                <a:sym typeface="Raleway 1 Heavy"/>
              </a:rPr>
              <a:t>TÍTULO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36304" y="308054"/>
            <a:ext cx="650696" cy="409939"/>
          </a:xfrm>
          <a:custGeom>
            <a:avLst/>
            <a:gdLst/>
            <a:ahLst/>
            <a:cxnLst/>
            <a:rect r="r" b="b" t="t" l="l"/>
            <a:pathLst>
              <a:path h="409939" w="650696">
                <a:moveTo>
                  <a:pt x="0" y="0"/>
                </a:moveTo>
                <a:lnTo>
                  <a:pt x="650697" y="0"/>
                </a:lnTo>
                <a:lnTo>
                  <a:pt x="650697" y="409938"/>
                </a:lnTo>
                <a:lnTo>
                  <a:pt x="0" y="4099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19785" y="9070932"/>
            <a:ext cx="4151107" cy="986035"/>
            <a:chOff x="0" y="0"/>
            <a:chExt cx="5534810" cy="1314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4713" cy="1314713"/>
            </a:xfrm>
            <a:custGeom>
              <a:avLst/>
              <a:gdLst/>
              <a:ahLst/>
              <a:cxnLst/>
              <a:rect r="r" b="b" t="t" l="l"/>
              <a:pathLst>
                <a:path h="1314713" w="1314713">
                  <a:moveTo>
                    <a:pt x="0" y="0"/>
                  </a:moveTo>
                  <a:lnTo>
                    <a:pt x="1314713" y="0"/>
                  </a:lnTo>
                  <a:lnTo>
                    <a:pt x="1314713" y="1314713"/>
                  </a:lnTo>
                  <a:lnTo>
                    <a:pt x="0" y="1314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455753" y="151974"/>
              <a:ext cx="3148240" cy="462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2"/>
                </a:lnSpc>
              </a:pPr>
              <a:r>
                <a:rPr lang="en-US" b="true" sz="2252">
                  <a:solidFill>
                    <a:srgbClr val="FFFFFF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OCTUBRE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468453" y="585710"/>
              <a:ext cx="4066356" cy="565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30"/>
                </a:lnSpc>
              </a:pPr>
              <a:r>
                <a:rPr lang="en-US" sz="1097" b="true">
                  <a:solidFill>
                    <a:srgbClr val="FFFFFF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Mes de </a:t>
              </a:r>
            </a:p>
            <a:p>
              <a:pPr algn="l">
                <a:lnSpc>
                  <a:spcPts val="2059"/>
                </a:lnSpc>
              </a:pPr>
              <a:r>
                <a:rPr lang="en-US" b="true" sz="1999">
                  <a:solidFill>
                    <a:srgbClr val="FFFFFF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HAN SOLO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58571" y="221658"/>
            <a:ext cx="15091730" cy="56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0"/>
              </a:lnSpc>
            </a:pPr>
            <a:r>
              <a:rPr lang="en-US" sz="2000">
                <a:solidFill>
                  <a:srgbClr val="316CE3"/>
                </a:solidFill>
                <a:latin typeface="Gotham"/>
                <a:ea typeface="Gotham"/>
                <a:cs typeface="Gotham"/>
                <a:sym typeface="Gotham"/>
              </a:rPr>
              <a:t>HOY:</a:t>
            </a:r>
          </a:p>
          <a:p>
            <a:pPr algn="l">
              <a:lnSpc>
                <a:spcPts val="2528"/>
              </a:lnSpc>
            </a:pPr>
            <a:r>
              <a:rPr lang="en-US" sz="2873" b="true">
                <a:solidFill>
                  <a:srgbClr val="316CE3"/>
                </a:solidFill>
                <a:latin typeface="Gotham Bold"/>
                <a:ea typeface="Gotham Bold"/>
                <a:cs typeface="Gotham Bold"/>
                <a:sym typeface="Gotham Bold"/>
              </a:rPr>
              <a:t>Episodio II — El Ataque de los Graviton: Infraestructura y rendimiento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44099" y="3763913"/>
            <a:ext cx="13438018" cy="2238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b="true" sz="9999">
                <a:solidFill>
                  <a:srgbClr val="375376"/>
                </a:solidFill>
                <a:latin typeface="Raleway 1 Heavy"/>
                <a:ea typeface="Raleway 1 Heavy"/>
                <a:cs typeface="Raleway 1 Heavy"/>
                <a:sym typeface="Raleway 1 Heavy"/>
              </a:rPr>
              <a:t>TRANSICIÓN  A</a:t>
            </a:r>
          </a:p>
          <a:p>
            <a:pPr algn="l" marL="0" indent="0" lvl="0">
              <a:lnSpc>
                <a:spcPts val="8399"/>
              </a:lnSpc>
            </a:pPr>
            <a:r>
              <a:rPr lang="en-US" b="true" sz="9999">
                <a:solidFill>
                  <a:srgbClr val="375376"/>
                </a:solidFill>
                <a:latin typeface="Raleway 1 Heavy"/>
                <a:ea typeface="Raleway 1 Heavy"/>
                <a:cs typeface="Raleway 1 Heavy"/>
                <a:sym typeface="Raleway 1 Heavy"/>
              </a:rPr>
              <a:t>               GRAVITON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36304" y="308054"/>
            <a:ext cx="650696" cy="409939"/>
          </a:xfrm>
          <a:custGeom>
            <a:avLst/>
            <a:gdLst/>
            <a:ahLst/>
            <a:cxnLst/>
            <a:rect r="r" b="b" t="t" l="l"/>
            <a:pathLst>
              <a:path h="409939" w="650696">
                <a:moveTo>
                  <a:pt x="0" y="0"/>
                </a:moveTo>
                <a:lnTo>
                  <a:pt x="650697" y="0"/>
                </a:lnTo>
                <a:lnTo>
                  <a:pt x="650697" y="409938"/>
                </a:lnTo>
                <a:lnTo>
                  <a:pt x="0" y="4099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19785" y="9070932"/>
            <a:ext cx="4151107" cy="986035"/>
            <a:chOff x="0" y="0"/>
            <a:chExt cx="5534810" cy="1314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4713" cy="1314713"/>
            </a:xfrm>
            <a:custGeom>
              <a:avLst/>
              <a:gdLst/>
              <a:ahLst/>
              <a:cxnLst/>
              <a:rect r="r" b="b" t="t" l="l"/>
              <a:pathLst>
                <a:path h="1314713" w="1314713">
                  <a:moveTo>
                    <a:pt x="0" y="0"/>
                  </a:moveTo>
                  <a:lnTo>
                    <a:pt x="1314713" y="0"/>
                  </a:lnTo>
                  <a:lnTo>
                    <a:pt x="1314713" y="1314713"/>
                  </a:lnTo>
                  <a:lnTo>
                    <a:pt x="0" y="1314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455753" y="151974"/>
              <a:ext cx="3148240" cy="462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2"/>
                </a:lnSpc>
              </a:pPr>
              <a:r>
                <a:rPr lang="en-US" b="true" sz="2252">
                  <a:solidFill>
                    <a:srgbClr val="557882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OCTUBRE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468453" y="585710"/>
              <a:ext cx="4066356" cy="565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30"/>
                </a:lnSpc>
              </a:pPr>
              <a:r>
                <a:rPr lang="en-US" sz="1097" b="true">
                  <a:solidFill>
                    <a:srgbClr val="557882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Mes de </a:t>
              </a:r>
            </a:p>
            <a:p>
              <a:pPr algn="l">
                <a:lnSpc>
                  <a:spcPts val="2059"/>
                </a:lnSpc>
              </a:pPr>
              <a:r>
                <a:rPr lang="en-US" b="true" sz="1999">
                  <a:solidFill>
                    <a:srgbClr val="557882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HAN SOLO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58571" y="221658"/>
            <a:ext cx="15091730" cy="56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0"/>
              </a:lnSpc>
            </a:pPr>
            <a:r>
              <a:rPr lang="en-US" sz="2000">
                <a:solidFill>
                  <a:srgbClr val="316CE3"/>
                </a:solidFill>
                <a:latin typeface="Gotham"/>
                <a:ea typeface="Gotham"/>
                <a:cs typeface="Gotham"/>
                <a:sym typeface="Gotham"/>
              </a:rPr>
              <a:t>HOY:</a:t>
            </a:r>
          </a:p>
          <a:p>
            <a:pPr algn="l">
              <a:lnSpc>
                <a:spcPts val="2528"/>
              </a:lnSpc>
            </a:pPr>
            <a:r>
              <a:rPr lang="en-US" sz="2873" b="true">
                <a:solidFill>
                  <a:srgbClr val="316CE3"/>
                </a:solidFill>
                <a:latin typeface="Gotham Bold"/>
                <a:ea typeface="Gotham Bold"/>
                <a:cs typeface="Gotham Bold"/>
                <a:sym typeface="Gotham Bold"/>
              </a:rPr>
              <a:t>Episodio II — El Ataque de los Graviton: Infraestructura y rendimiento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44099" y="3763913"/>
            <a:ext cx="13438018" cy="2238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b="true" sz="9999">
                <a:solidFill>
                  <a:srgbClr val="FFFFFF"/>
                </a:solidFill>
                <a:latin typeface="Raleway 1 Heavy"/>
                <a:ea typeface="Raleway 1 Heavy"/>
                <a:cs typeface="Raleway 1 Heavy"/>
                <a:sym typeface="Raleway 1 Heavy"/>
              </a:rPr>
              <a:t>TRANSICIÓN  A</a:t>
            </a:r>
          </a:p>
          <a:p>
            <a:pPr algn="l" marL="0" indent="0" lvl="0">
              <a:lnSpc>
                <a:spcPts val="8399"/>
              </a:lnSpc>
            </a:pPr>
            <a:r>
              <a:rPr lang="en-US" b="true" sz="9999">
                <a:solidFill>
                  <a:srgbClr val="FFFFFF"/>
                </a:solidFill>
                <a:latin typeface="Raleway 1 Heavy"/>
                <a:ea typeface="Raleway 1 Heavy"/>
                <a:cs typeface="Raleway 1 Heavy"/>
                <a:sym typeface="Raleway 1 Heavy"/>
              </a:rPr>
              <a:t>               GRAVITON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36304" y="308054"/>
            <a:ext cx="650696" cy="409939"/>
          </a:xfrm>
          <a:custGeom>
            <a:avLst/>
            <a:gdLst/>
            <a:ahLst/>
            <a:cxnLst/>
            <a:rect r="r" b="b" t="t" l="l"/>
            <a:pathLst>
              <a:path h="409939" w="650696">
                <a:moveTo>
                  <a:pt x="0" y="0"/>
                </a:moveTo>
                <a:lnTo>
                  <a:pt x="650697" y="0"/>
                </a:lnTo>
                <a:lnTo>
                  <a:pt x="650697" y="409938"/>
                </a:lnTo>
                <a:lnTo>
                  <a:pt x="0" y="4099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19785" y="9070932"/>
            <a:ext cx="4151107" cy="986035"/>
            <a:chOff x="0" y="0"/>
            <a:chExt cx="5534810" cy="1314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4713" cy="1314713"/>
            </a:xfrm>
            <a:custGeom>
              <a:avLst/>
              <a:gdLst/>
              <a:ahLst/>
              <a:cxnLst/>
              <a:rect r="r" b="b" t="t" l="l"/>
              <a:pathLst>
                <a:path h="1314713" w="1314713">
                  <a:moveTo>
                    <a:pt x="0" y="0"/>
                  </a:moveTo>
                  <a:lnTo>
                    <a:pt x="1314713" y="0"/>
                  </a:lnTo>
                  <a:lnTo>
                    <a:pt x="1314713" y="1314713"/>
                  </a:lnTo>
                  <a:lnTo>
                    <a:pt x="0" y="1314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455753" y="151974"/>
              <a:ext cx="3148240" cy="462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2"/>
                </a:lnSpc>
              </a:pPr>
              <a:r>
                <a:rPr lang="en-US" b="true" sz="2252">
                  <a:solidFill>
                    <a:srgbClr val="FFFFFF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OCTUBRE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468453" y="585710"/>
              <a:ext cx="4066356" cy="565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30"/>
                </a:lnSpc>
              </a:pPr>
              <a:r>
                <a:rPr lang="en-US" sz="1097" b="true">
                  <a:solidFill>
                    <a:srgbClr val="FFFFFF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Mes de </a:t>
              </a:r>
            </a:p>
            <a:p>
              <a:pPr algn="l">
                <a:lnSpc>
                  <a:spcPts val="2059"/>
                </a:lnSpc>
              </a:pPr>
              <a:r>
                <a:rPr lang="en-US" b="true" sz="1999">
                  <a:solidFill>
                    <a:srgbClr val="FFFFFF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HAN SOLO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58571" y="221658"/>
            <a:ext cx="15091730" cy="56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0"/>
              </a:lnSpc>
            </a:pPr>
            <a:r>
              <a:rPr lang="en-US" sz="2000">
                <a:solidFill>
                  <a:srgbClr val="316CE3"/>
                </a:solidFill>
                <a:latin typeface="Gotham"/>
                <a:ea typeface="Gotham"/>
                <a:cs typeface="Gotham"/>
                <a:sym typeface="Gotham"/>
              </a:rPr>
              <a:t>HOY:</a:t>
            </a:r>
          </a:p>
          <a:p>
            <a:pPr algn="l">
              <a:lnSpc>
                <a:spcPts val="2528"/>
              </a:lnSpc>
            </a:pPr>
            <a:r>
              <a:rPr lang="en-US" sz="2873" b="true">
                <a:solidFill>
                  <a:srgbClr val="316CE3"/>
                </a:solidFill>
                <a:latin typeface="Gotham Bold"/>
                <a:ea typeface="Gotham Bold"/>
                <a:cs typeface="Gotham Bold"/>
                <a:sym typeface="Gotham Bold"/>
              </a:rPr>
              <a:t>Episodio II — El Ataque de los Graviton: Infraestructura y rendimiento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44099" y="3763913"/>
            <a:ext cx="13438018" cy="2238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b="true" sz="9999">
                <a:solidFill>
                  <a:srgbClr val="375376"/>
                </a:solidFill>
                <a:latin typeface="Raleway 1 Heavy"/>
                <a:ea typeface="Raleway 1 Heavy"/>
                <a:cs typeface="Raleway 1 Heavy"/>
                <a:sym typeface="Raleway 1 Heavy"/>
              </a:rPr>
              <a:t>TRANSICIÓN  A</a:t>
            </a:r>
          </a:p>
          <a:p>
            <a:pPr algn="l" marL="0" indent="0" lvl="0">
              <a:lnSpc>
                <a:spcPts val="8399"/>
              </a:lnSpc>
            </a:pPr>
            <a:r>
              <a:rPr lang="en-US" b="true" sz="9999">
                <a:solidFill>
                  <a:srgbClr val="375376"/>
                </a:solidFill>
                <a:latin typeface="Raleway 1 Heavy"/>
                <a:ea typeface="Raleway 1 Heavy"/>
                <a:cs typeface="Raleway 1 Heavy"/>
                <a:sym typeface="Raleway 1 Heavy"/>
              </a:rPr>
              <a:t>               GRAVITON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36304" y="308054"/>
            <a:ext cx="650696" cy="409939"/>
          </a:xfrm>
          <a:custGeom>
            <a:avLst/>
            <a:gdLst/>
            <a:ahLst/>
            <a:cxnLst/>
            <a:rect r="r" b="b" t="t" l="l"/>
            <a:pathLst>
              <a:path h="409939" w="650696">
                <a:moveTo>
                  <a:pt x="0" y="0"/>
                </a:moveTo>
                <a:lnTo>
                  <a:pt x="650697" y="0"/>
                </a:lnTo>
                <a:lnTo>
                  <a:pt x="650697" y="409938"/>
                </a:lnTo>
                <a:lnTo>
                  <a:pt x="0" y="4099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19785" y="9070932"/>
            <a:ext cx="4151107" cy="986035"/>
            <a:chOff x="0" y="0"/>
            <a:chExt cx="5534810" cy="1314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4713" cy="1314713"/>
            </a:xfrm>
            <a:custGeom>
              <a:avLst/>
              <a:gdLst/>
              <a:ahLst/>
              <a:cxnLst/>
              <a:rect r="r" b="b" t="t" l="l"/>
              <a:pathLst>
                <a:path h="1314713" w="1314713">
                  <a:moveTo>
                    <a:pt x="0" y="0"/>
                  </a:moveTo>
                  <a:lnTo>
                    <a:pt x="1314713" y="0"/>
                  </a:lnTo>
                  <a:lnTo>
                    <a:pt x="1314713" y="1314713"/>
                  </a:lnTo>
                  <a:lnTo>
                    <a:pt x="0" y="1314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455753" y="151974"/>
              <a:ext cx="3148240" cy="462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2"/>
                </a:lnSpc>
              </a:pPr>
              <a:r>
                <a:rPr lang="en-US" b="true" sz="2252">
                  <a:solidFill>
                    <a:srgbClr val="557882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OCTUBRE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468453" y="585710"/>
              <a:ext cx="4066356" cy="565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30"/>
                </a:lnSpc>
              </a:pPr>
              <a:r>
                <a:rPr lang="en-US" sz="1097" b="true">
                  <a:solidFill>
                    <a:srgbClr val="557882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Mes de </a:t>
              </a:r>
            </a:p>
            <a:p>
              <a:pPr algn="l">
                <a:lnSpc>
                  <a:spcPts val="2059"/>
                </a:lnSpc>
              </a:pPr>
              <a:r>
                <a:rPr lang="en-US" b="true" sz="1999">
                  <a:solidFill>
                    <a:srgbClr val="557882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HAN SOLO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58571" y="221658"/>
            <a:ext cx="15091730" cy="56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0"/>
              </a:lnSpc>
            </a:pPr>
            <a:r>
              <a:rPr lang="en-US" sz="2000">
                <a:solidFill>
                  <a:srgbClr val="316CE3"/>
                </a:solidFill>
                <a:latin typeface="Gotham"/>
                <a:ea typeface="Gotham"/>
                <a:cs typeface="Gotham"/>
                <a:sym typeface="Gotham"/>
              </a:rPr>
              <a:t>HOY:</a:t>
            </a:r>
          </a:p>
          <a:p>
            <a:pPr algn="l">
              <a:lnSpc>
                <a:spcPts val="2528"/>
              </a:lnSpc>
            </a:pPr>
            <a:r>
              <a:rPr lang="en-US" sz="2873" b="true">
                <a:solidFill>
                  <a:srgbClr val="316CE3"/>
                </a:solidFill>
                <a:latin typeface="Gotham Bold"/>
                <a:ea typeface="Gotham Bold"/>
                <a:cs typeface="Gotham Bold"/>
                <a:sym typeface="Gotham Bold"/>
              </a:rPr>
              <a:t>Episodio II — El Ataque de los Graviton: Infraestructura y rendimiento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44099" y="3763913"/>
            <a:ext cx="13438018" cy="2238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b="true" sz="9999">
                <a:solidFill>
                  <a:srgbClr val="FFFFFF"/>
                </a:solidFill>
                <a:latin typeface="Raleway 1 Heavy"/>
                <a:ea typeface="Raleway 1 Heavy"/>
                <a:cs typeface="Raleway 1 Heavy"/>
                <a:sym typeface="Raleway 1 Heavy"/>
              </a:rPr>
              <a:t>TRANSICIÓN  A</a:t>
            </a:r>
          </a:p>
          <a:p>
            <a:pPr algn="l" marL="0" indent="0" lvl="0">
              <a:lnSpc>
                <a:spcPts val="8399"/>
              </a:lnSpc>
            </a:pPr>
            <a:r>
              <a:rPr lang="en-US" b="true" sz="9999">
                <a:solidFill>
                  <a:srgbClr val="FFFFFF"/>
                </a:solidFill>
                <a:latin typeface="Raleway 1 Heavy"/>
                <a:ea typeface="Raleway 1 Heavy"/>
                <a:cs typeface="Raleway 1 Heavy"/>
                <a:sym typeface="Raleway 1 Heavy"/>
              </a:rPr>
              <a:t>               GRAVITON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36304" y="308054"/>
            <a:ext cx="650696" cy="409939"/>
          </a:xfrm>
          <a:custGeom>
            <a:avLst/>
            <a:gdLst/>
            <a:ahLst/>
            <a:cxnLst/>
            <a:rect r="r" b="b" t="t" l="l"/>
            <a:pathLst>
              <a:path h="409939" w="650696">
                <a:moveTo>
                  <a:pt x="0" y="0"/>
                </a:moveTo>
                <a:lnTo>
                  <a:pt x="650697" y="0"/>
                </a:lnTo>
                <a:lnTo>
                  <a:pt x="650697" y="409938"/>
                </a:lnTo>
                <a:lnTo>
                  <a:pt x="0" y="4099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19785" y="9070932"/>
            <a:ext cx="4151107" cy="986035"/>
            <a:chOff x="0" y="0"/>
            <a:chExt cx="5534810" cy="1314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4713" cy="1314713"/>
            </a:xfrm>
            <a:custGeom>
              <a:avLst/>
              <a:gdLst/>
              <a:ahLst/>
              <a:cxnLst/>
              <a:rect r="r" b="b" t="t" l="l"/>
              <a:pathLst>
                <a:path h="1314713" w="1314713">
                  <a:moveTo>
                    <a:pt x="0" y="0"/>
                  </a:moveTo>
                  <a:lnTo>
                    <a:pt x="1314713" y="0"/>
                  </a:lnTo>
                  <a:lnTo>
                    <a:pt x="1314713" y="1314713"/>
                  </a:lnTo>
                  <a:lnTo>
                    <a:pt x="0" y="1314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455753" y="151974"/>
              <a:ext cx="3148240" cy="462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2"/>
                </a:lnSpc>
              </a:pPr>
              <a:r>
                <a:rPr lang="en-US" b="true" sz="2252">
                  <a:solidFill>
                    <a:srgbClr val="FFFFFF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OCTUBRE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468453" y="585710"/>
              <a:ext cx="4066356" cy="565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30"/>
                </a:lnSpc>
              </a:pPr>
              <a:r>
                <a:rPr lang="en-US" sz="1097" b="true">
                  <a:solidFill>
                    <a:srgbClr val="FFFFFF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Mes de </a:t>
              </a:r>
            </a:p>
            <a:p>
              <a:pPr algn="l">
                <a:lnSpc>
                  <a:spcPts val="2059"/>
                </a:lnSpc>
              </a:pPr>
              <a:r>
                <a:rPr lang="en-US" b="true" sz="1999">
                  <a:solidFill>
                    <a:srgbClr val="FFFFFF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HAN SOLO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58571" y="221658"/>
            <a:ext cx="15091730" cy="56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0"/>
              </a:lnSpc>
            </a:pPr>
            <a:r>
              <a:rPr lang="en-US" sz="2000">
                <a:solidFill>
                  <a:srgbClr val="316CE3"/>
                </a:solidFill>
                <a:latin typeface="Gotham"/>
                <a:ea typeface="Gotham"/>
                <a:cs typeface="Gotham"/>
                <a:sym typeface="Gotham"/>
              </a:rPr>
              <a:t>HOY:</a:t>
            </a:r>
          </a:p>
          <a:p>
            <a:pPr algn="l">
              <a:lnSpc>
                <a:spcPts val="2528"/>
              </a:lnSpc>
            </a:pPr>
            <a:r>
              <a:rPr lang="en-US" sz="2873" b="true">
                <a:solidFill>
                  <a:srgbClr val="316CE3"/>
                </a:solidFill>
                <a:latin typeface="Gotham Bold"/>
                <a:ea typeface="Gotham Bold"/>
                <a:cs typeface="Gotham Bold"/>
                <a:sym typeface="Gotham Bold"/>
              </a:rPr>
              <a:t>Episodio II — El Ataque de los Graviton: Infraestructura y rendimiento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44099" y="3763913"/>
            <a:ext cx="13438018" cy="2238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b="true" sz="9999">
                <a:solidFill>
                  <a:srgbClr val="375376"/>
                </a:solidFill>
                <a:latin typeface="Raleway 1 Heavy"/>
                <a:ea typeface="Raleway 1 Heavy"/>
                <a:cs typeface="Raleway 1 Heavy"/>
                <a:sym typeface="Raleway 1 Heavy"/>
              </a:rPr>
              <a:t>TRANSICIÓN  A</a:t>
            </a:r>
          </a:p>
          <a:p>
            <a:pPr algn="l" marL="0" indent="0" lvl="0">
              <a:lnSpc>
                <a:spcPts val="8399"/>
              </a:lnSpc>
            </a:pPr>
            <a:r>
              <a:rPr lang="en-US" b="true" sz="9999">
                <a:solidFill>
                  <a:srgbClr val="375376"/>
                </a:solidFill>
                <a:latin typeface="Raleway 1 Heavy"/>
                <a:ea typeface="Raleway 1 Heavy"/>
                <a:cs typeface="Raleway 1 Heavy"/>
                <a:sym typeface="Raleway 1 Heavy"/>
              </a:rPr>
              <a:t>               GRAVITON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36304" y="308054"/>
            <a:ext cx="650696" cy="409939"/>
          </a:xfrm>
          <a:custGeom>
            <a:avLst/>
            <a:gdLst/>
            <a:ahLst/>
            <a:cxnLst/>
            <a:rect r="r" b="b" t="t" l="l"/>
            <a:pathLst>
              <a:path h="409939" w="650696">
                <a:moveTo>
                  <a:pt x="0" y="0"/>
                </a:moveTo>
                <a:lnTo>
                  <a:pt x="650697" y="0"/>
                </a:lnTo>
                <a:lnTo>
                  <a:pt x="650697" y="409938"/>
                </a:lnTo>
                <a:lnTo>
                  <a:pt x="0" y="4099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19785" y="9070932"/>
            <a:ext cx="4151107" cy="986035"/>
            <a:chOff x="0" y="0"/>
            <a:chExt cx="5534810" cy="1314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4713" cy="1314713"/>
            </a:xfrm>
            <a:custGeom>
              <a:avLst/>
              <a:gdLst/>
              <a:ahLst/>
              <a:cxnLst/>
              <a:rect r="r" b="b" t="t" l="l"/>
              <a:pathLst>
                <a:path h="1314713" w="1314713">
                  <a:moveTo>
                    <a:pt x="0" y="0"/>
                  </a:moveTo>
                  <a:lnTo>
                    <a:pt x="1314713" y="0"/>
                  </a:lnTo>
                  <a:lnTo>
                    <a:pt x="1314713" y="1314713"/>
                  </a:lnTo>
                  <a:lnTo>
                    <a:pt x="0" y="1314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455753" y="151974"/>
              <a:ext cx="3148240" cy="462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2"/>
                </a:lnSpc>
              </a:pPr>
              <a:r>
                <a:rPr lang="en-US" b="true" sz="2252">
                  <a:solidFill>
                    <a:srgbClr val="557882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OCTUBRE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468453" y="585710"/>
              <a:ext cx="4066356" cy="565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30"/>
                </a:lnSpc>
              </a:pPr>
              <a:r>
                <a:rPr lang="en-US" sz="1097" b="true">
                  <a:solidFill>
                    <a:srgbClr val="557882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Mes de </a:t>
              </a:r>
            </a:p>
            <a:p>
              <a:pPr algn="l">
                <a:lnSpc>
                  <a:spcPts val="2059"/>
                </a:lnSpc>
              </a:pPr>
              <a:r>
                <a:rPr lang="en-US" b="true" sz="1999">
                  <a:solidFill>
                    <a:srgbClr val="557882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HAN SOLO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58571" y="221658"/>
            <a:ext cx="15091730" cy="56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0"/>
              </a:lnSpc>
            </a:pPr>
            <a:r>
              <a:rPr lang="en-US" sz="2000">
                <a:solidFill>
                  <a:srgbClr val="316CE3"/>
                </a:solidFill>
                <a:latin typeface="Gotham"/>
                <a:ea typeface="Gotham"/>
                <a:cs typeface="Gotham"/>
                <a:sym typeface="Gotham"/>
              </a:rPr>
              <a:t>HOY:</a:t>
            </a:r>
          </a:p>
          <a:p>
            <a:pPr algn="l">
              <a:lnSpc>
                <a:spcPts val="2528"/>
              </a:lnSpc>
            </a:pPr>
            <a:r>
              <a:rPr lang="en-US" sz="2873" b="true">
                <a:solidFill>
                  <a:srgbClr val="316CE3"/>
                </a:solidFill>
                <a:latin typeface="Gotham Bold"/>
                <a:ea typeface="Gotham Bold"/>
                <a:cs typeface="Gotham Bold"/>
                <a:sym typeface="Gotham Bold"/>
              </a:rPr>
              <a:t>Episodio II — El Ataque de los Graviton: Infraestructura y rendimiento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2E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44099" y="3763913"/>
            <a:ext cx="13438018" cy="2238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b="true" sz="9999">
                <a:solidFill>
                  <a:srgbClr val="FFFFFF"/>
                </a:solidFill>
                <a:latin typeface="Raleway 1 Heavy"/>
                <a:ea typeface="Raleway 1 Heavy"/>
                <a:cs typeface="Raleway 1 Heavy"/>
                <a:sym typeface="Raleway 1 Heavy"/>
              </a:rPr>
              <a:t>TRANSICIÓN  A</a:t>
            </a:r>
          </a:p>
          <a:p>
            <a:pPr algn="l" marL="0" indent="0" lvl="0">
              <a:lnSpc>
                <a:spcPts val="8399"/>
              </a:lnSpc>
            </a:pPr>
            <a:r>
              <a:rPr lang="en-US" b="true" sz="9999">
                <a:solidFill>
                  <a:srgbClr val="FFFFFF"/>
                </a:solidFill>
                <a:latin typeface="Raleway 1 Heavy"/>
                <a:ea typeface="Raleway 1 Heavy"/>
                <a:cs typeface="Raleway 1 Heavy"/>
                <a:sym typeface="Raleway 1 Heavy"/>
              </a:rPr>
              <a:t>               GRAVITON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36304" y="308054"/>
            <a:ext cx="650696" cy="409939"/>
          </a:xfrm>
          <a:custGeom>
            <a:avLst/>
            <a:gdLst/>
            <a:ahLst/>
            <a:cxnLst/>
            <a:rect r="r" b="b" t="t" l="l"/>
            <a:pathLst>
              <a:path h="409939" w="650696">
                <a:moveTo>
                  <a:pt x="0" y="0"/>
                </a:moveTo>
                <a:lnTo>
                  <a:pt x="650697" y="0"/>
                </a:lnTo>
                <a:lnTo>
                  <a:pt x="650697" y="409938"/>
                </a:lnTo>
                <a:lnTo>
                  <a:pt x="0" y="4099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19785" y="9070932"/>
            <a:ext cx="4151107" cy="986035"/>
            <a:chOff x="0" y="0"/>
            <a:chExt cx="5534810" cy="1314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4713" cy="1314713"/>
            </a:xfrm>
            <a:custGeom>
              <a:avLst/>
              <a:gdLst/>
              <a:ahLst/>
              <a:cxnLst/>
              <a:rect r="r" b="b" t="t" l="l"/>
              <a:pathLst>
                <a:path h="1314713" w="1314713">
                  <a:moveTo>
                    <a:pt x="0" y="0"/>
                  </a:moveTo>
                  <a:lnTo>
                    <a:pt x="1314713" y="0"/>
                  </a:lnTo>
                  <a:lnTo>
                    <a:pt x="1314713" y="1314713"/>
                  </a:lnTo>
                  <a:lnTo>
                    <a:pt x="0" y="1314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455753" y="151974"/>
              <a:ext cx="3148240" cy="462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2"/>
                </a:lnSpc>
              </a:pPr>
              <a:r>
                <a:rPr lang="en-US" b="true" sz="2252">
                  <a:solidFill>
                    <a:srgbClr val="FFFFFF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OCTUBRE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468453" y="585710"/>
              <a:ext cx="4066356" cy="565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30"/>
                </a:lnSpc>
              </a:pPr>
              <a:r>
                <a:rPr lang="en-US" sz="1097" b="true">
                  <a:solidFill>
                    <a:srgbClr val="FFFFFF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Mes de </a:t>
              </a:r>
            </a:p>
            <a:p>
              <a:pPr algn="l">
                <a:lnSpc>
                  <a:spcPts val="2059"/>
                </a:lnSpc>
              </a:pPr>
              <a:r>
                <a:rPr lang="en-US" b="true" sz="1999">
                  <a:solidFill>
                    <a:srgbClr val="FFFFFF"/>
                  </a:solidFill>
                  <a:latin typeface="Raleway 1 Bold"/>
                  <a:ea typeface="Raleway 1 Bold"/>
                  <a:cs typeface="Raleway 1 Bold"/>
                  <a:sym typeface="Raleway 1 Bold"/>
                </a:rPr>
                <a:t>HAN SOLO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58571" y="221658"/>
            <a:ext cx="15091730" cy="56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0"/>
              </a:lnSpc>
            </a:pPr>
            <a:r>
              <a:rPr lang="en-US" sz="2000">
                <a:solidFill>
                  <a:srgbClr val="316CE3"/>
                </a:solidFill>
                <a:latin typeface="Gotham"/>
                <a:ea typeface="Gotham"/>
                <a:cs typeface="Gotham"/>
                <a:sym typeface="Gotham"/>
              </a:rPr>
              <a:t>HOY:</a:t>
            </a:r>
          </a:p>
          <a:p>
            <a:pPr algn="l">
              <a:lnSpc>
                <a:spcPts val="2528"/>
              </a:lnSpc>
            </a:pPr>
            <a:r>
              <a:rPr lang="en-US" sz="2873" b="true">
                <a:solidFill>
                  <a:srgbClr val="316CE3"/>
                </a:solidFill>
                <a:latin typeface="Gotham Bold"/>
                <a:ea typeface="Gotham Bold"/>
                <a:cs typeface="Gotham Bold"/>
                <a:sym typeface="Gotham Bold"/>
              </a:rPr>
              <a:t>Episodio II — El Ataque de los Graviton: Infraestructura y rendimiento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DAHUkLePN4g</dc:identifier>
  <dcterms:modified xsi:type="dcterms:W3CDTF">2011-08-01T06:04:30Z</dcterms:modified>
  <cp:revision>1</cp:revision>
  <dc:title>PPTX BASE 2NDO SEMESTRE 2026</dc:title>
</cp:coreProperties>
</file>